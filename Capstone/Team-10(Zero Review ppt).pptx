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8CEFD-93B5-17AA-9E01-28952F118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161" y="1648644"/>
            <a:ext cx="11506200" cy="1470025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and Business Intelligence System for Emerging Customer Trends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55FB1-86CC-2E6C-C851-6195D20EF606}"/>
              </a:ext>
            </a:extLst>
          </p:cNvPr>
          <p:cNvSpPr txBox="1"/>
          <p:nvPr/>
        </p:nvSpPr>
        <p:spPr>
          <a:xfrm>
            <a:off x="245806" y="4503174"/>
            <a:ext cx="3205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Renuga 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F3B6A-88BF-C5F8-9FDE-96506AFDCE4D}"/>
              </a:ext>
            </a:extLst>
          </p:cNvPr>
          <p:cNvSpPr txBox="1"/>
          <p:nvPr/>
        </p:nvSpPr>
        <p:spPr>
          <a:xfrm>
            <a:off x="6921910" y="4640826"/>
            <a:ext cx="40312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Sasikumar S(192324254)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Kaviya Kumara K(192425055)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Vivekananda Reddy(192472039)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Devendranath Reddy(192425204)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dirty="0"/>
            </a:br>
            <a:endParaRPr lang="en-IN" dirty="0"/>
          </a:p>
          <a:p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A7F88F-C849-E9C8-F592-07C91BC84CC0}"/>
              </a:ext>
            </a:extLst>
          </p:cNvPr>
          <p:cNvSpPr txBox="1"/>
          <p:nvPr/>
        </p:nvSpPr>
        <p:spPr>
          <a:xfrm>
            <a:off x="3519947" y="3325749"/>
            <a:ext cx="6351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CSA1613-Data Warehousing and Data Mining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367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731520"/>
            <a:ext cx="1828800" cy="182880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41280" y="2194560"/>
            <a:ext cx="1143000" cy="1143000"/>
          </a:xfrm>
          <a:prstGeom prst="ellipse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78240" y="3749039"/>
            <a:ext cx="2377440" cy="2377440"/>
          </a:xfrm>
          <a:prstGeom prst="ellipse">
            <a:avLst/>
          </a:prstGeom>
          <a:solidFill>
            <a:srgbClr val="1F3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768096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2FBECA"/>
                </a:solidFill>
                <a:latin typeface="Aptos"/>
              </a:rPr>
              <a:t>SOCIAL &amp;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822960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INTELLIGENCE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423160"/>
            <a:ext cx="7680960" cy="1097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0">
                <a:solidFill>
                  <a:srgbClr val="DCE6F5"/>
                </a:solidFill>
                <a:latin typeface="Aptos"/>
              </a:rPr>
              <a:t>Emerging Customer Trends Using Text Mining,
Web Mining &amp; Behavioural Pattern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1600200" cy="502920"/>
          </a:xfrm>
          <a:prstGeom prst="round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718304"/>
            <a:ext cx="16002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4617720"/>
            <a:ext cx="1600200" cy="502920"/>
          </a:xfrm>
          <a:prstGeom prst="round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79" y="4718304"/>
            <a:ext cx="16002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SENTIMENT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617720"/>
            <a:ext cx="1600200" cy="502920"/>
          </a:xfrm>
          <a:prstGeom prst="roundRect">
            <a:avLst/>
          </a:prstGeom>
          <a:solidFill>
            <a:srgbClr val="2AA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4718304"/>
            <a:ext cx="16002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BEHAVIOUR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4617720"/>
            <a:ext cx="1600200" cy="502920"/>
          </a:xfrm>
          <a:prstGeom prst="roundRect">
            <a:avLst/>
          </a:prstGeom>
          <a:solidFill>
            <a:srgbClr val="7E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718304"/>
            <a:ext cx="16002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TREND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36576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B9C8DE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11F3D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300" b="1">
                <a:solidFill>
                  <a:srgbClr val="2D69BE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>
                <a:solidFill>
                  <a:srgbClr val="111F3D"/>
                </a:solidFill>
                <a:latin typeface="Aptos"/>
              </a:rPr>
              <a:t>Businesses can learn what customers want by studying their online conversations and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9966960" cy="34747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283448"/>
                </a:solidFill>
                <a:latin typeface="Aptos"/>
              </a:defRPr>
            </a:pPr>
            <a:r>
              <a:t>Customer data comes from social media, reviews, websites and online interactions.</a:t>
            </a:r>
          </a:p>
          <a:p>
            <a:pPr>
              <a:spcAft>
                <a:spcPts val="1700"/>
              </a:spcAft>
              <a:defRPr sz="2000">
                <a:solidFill>
                  <a:srgbClr val="283448"/>
                </a:solidFill>
                <a:latin typeface="Aptos"/>
              </a:defRPr>
            </a:pPr>
            <a:r>
              <a:t>Text mining identifies topics and opinions; web mining reveals browsing behaviour.</a:t>
            </a:r>
          </a:p>
          <a:p>
            <a:pPr>
              <a:spcAft>
                <a:spcPts val="1700"/>
              </a:spcAft>
              <a:defRPr sz="2000">
                <a:solidFill>
                  <a:srgbClr val="283448"/>
                </a:solidFill>
                <a:latin typeface="Aptos"/>
              </a:defRPr>
            </a:pPr>
            <a:r>
              <a:t>Combining these insights helps discover changing preferences and emerging trends.</a:t>
            </a:r>
          </a:p>
          <a:p>
            <a:pPr>
              <a:spcAft>
                <a:spcPts val="1700"/>
              </a:spcAft>
              <a:defRPr sz="2000">
                <a:solidFill>
                  <a:srgbClr val="283448"/>
                </a:solidFill>
                <a:latin typeface="Aptos"/>
              </a:defRPr>
            </a:pPr>
            <a:r>
              <a:t>The system presents results through clear business intelligence dashboards.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983480"/>
            <a:ext cx="2971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4983480"/>
            <a:ext cx="100584" cy="914400"/>
          </a:xfrm>
          <a:prstGeom prst="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85632" y="5166360"/>
            <a:ext cx="251460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11F3D"/>
                </a:solidFill>
                <a:latin typeface="Aptos"/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5641848"/>
            <a:ext cx="2496312" cy="137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283448"/>
                </a:solidFill>
                <a:latin typeface="Aptos"/>
              </a:rPr>
              <a:t>Turn customer data into useful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647387"/>
                </a:solidFill>
                <a:latin typeface="Aptos"/>
              </a:rPr>
              <a:t>SOCIAL &amp; BUSINESS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11F3D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300" b="1">
                <a:solidFill>
                  <a:srgbClr val="2D69BE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42416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>
                <a:solidFill>
                  <a:srgbClr val="111F3D"/>
                </a:solidFill>
                <a:latin typeface="Aptos"/>
              </a:rPr>
              <a:t>This project analyzes online customer data to identify opinions, behaviour and emerging trends.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058400" cy="3200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83448"/>
                </a:solidFill>
                <a:latin typeface="Aptos"/>
              </a:defRPr>
            </a:pPr>
            <a:r>
              <a:t>Collect and clean data from permitted social, review and website sources.</a:t>
            </a:r>
          </a:p>
          <a:p>
            <a:pPr>
              <a:spcAft>
                <a:spcPts val="1800"/>
              </a:spcAft>
              <a:defRPr sz="2000">
                <a:solidFill>
                  <a:srgbClr val="283448"/>
                </a:solidFill>
                <a:latin typeface="Aptos"/>
              </a:defRPr>
            </a:pPr>
            <a:r>
              <a:t>Apply NLP and sentiment analysis to classify customer feedback.</a:t>
            </a:r>
          </a:p>
          <a:p>
            <a:pPr>
              <a:spcAft>
                <a:spcPts val="1800"/>
              </a:spcAft>
              <a:defRPr sz="2000">
                <a:solidFill>
                  <a:srgbClr val="283448"/>
                </a:solidFill>
                <a:latin typeface="Aptos"/>
              </a:defRPr>
            </a:pPr>
            <a:r>
              <a:t>Analyze web interactions to find customer interests and behaviour patterns.</a:t>
            </a:r>
          </a:p>
          <a:p>
            <a:pPr>
              <a:spcAft>
                <a:spcPts val="1800"/>
              </a:spcAft>
              <a:defRPr sz="2000">
                <a:solidFill>
                  <a:srgbClr val="283448"/>
                </a:solidFill>
                <a:latin typeface="Aptos"/>
              </a:defRPr>
            </a:pPr>
            <a:r>
              <a:t>Combine findings into trend summaries, charts and business reports.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96012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2AA073"/>
                </a:solidFill>
                <a:latin typeface="Aptos"/>
              </a:rPr>
              <a:t>Expected benefit: faster, data-driven business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647387"/>
                </a:solidFill>
                <a:latin typeface="Aptos"/>
              </a:rPr>
              <a:t>SOCIAL &amp; BUSINESS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11F3D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300" b="1">
                <a:solidFill>
                  <a:srgbClr val="2D69BE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0584" cy="18288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08760"/>
            <a:ext cx="47091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11F3D"/>
                </a:solidFill>
                <a:latin typeface="Aptos"/>
              </a:rPr>
              <a:t>Current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4690872" cy="10515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83448"/>
                </a:solidFill>
                <a:latin typeface="Aptos"/>
              </a:rPr>
              <a:t>• Data is scattered across platforms
• Manual review takes time
• Customer opinions are difficult to summarize
• Trends may be noticed too 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100584" cy="1828800"/>
          </a:xfrm>
          <a:prstGeom prst="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1508760"/>
            <a:ext cx="47091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11F3D"/>
                </a:solidFill>
                <a:latin typeface="Aptos"/>
              </a:rPr>
              <a:t>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984248"/>
            <a:ext cx="4690872" cy="10515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283448"/>
                </a:solidFill>
                <a:latin typeface="Aptos"/>
              </a:rPr>
              <a:t>Integrate text mining, sentiment analysis and behaviour analysis to find useful patterns and emerging trends.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22860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111F3D"/>
                </a:solidFill>
                <a:latin typeface="Aptos"/>
              </a:rPr>
              <a:t>Main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1014984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0">
                <a:solidFill>
                  <a:srgbClr val="283448"/>
                </a:solidFill>
                <a:latin typeface="Aptos"/>
              </a:rPr>
              <a:t>Help businesses understand customers and make better marketing, product and service decisions.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82296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2AA073"/>
                </a:solidFill>
                <a:latin typeface="Aptos"/>
              </a:rPr>
              <a:t>Output: actionable insights rather than raw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647387"/>
                </a:solidFill>
                <a:latin typeface="Aptos"/>
              </a:rPr>
              <a:t>SOCIAL &amp; BUSINESS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11F3D"/>
                </a:solidFill>
                <a:latin typeface="Aptos"/>
              </a:rPr>
              <a:t>Module 1 — Data Collection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300" b="1">
                <a:solidFill>
                  <a:srgbClr val="2D69BE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0584" cy="347472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08760"/>
            <a:ext cx="46177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11F3D"/>
                </a:solidFill>
                <a:latin typeface="Aptos"/>
              </a:rPr>
              <a:t>Key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4599431" cy="26974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283448"/>
                </a:solidFill>
                <a:latin typeface="Aptos"/>
              </a:rPr>
              <a:t>• Gather posts, reviews and permitted website data
• Remove duplicates and irrelevant records
• Handle missing or inconsistent values
• Clean and normalize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100584" cy="3474720"/>
          </a:xfrm>
          <a:prstGeom prst="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508760"/>
            <a:ext cx="46177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11F3D"/>
                </a:solidFill>
                <a:latin typeface="Aptos"/>
              </a:rPr>
              <a:t>Techniques &amp;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984248"/>
            <a:ext cx="4599431" cy="26974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283448"/>
                </a:solidFill>
                <a:latin typeface="Aptos"/>
              </a:rPr>
              <a:t>Techniques: data cleaning, tokenization, normalization and missing-value handling.
Outcome: a clean, structured dataset ready for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98755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111F3D"/>
                </a:solidFill>
                <a:latin typeface="Aptos"/>
              </a:rPr>
              <a:t>Input: raw online data   →   Output: prepared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647387"/>
                </a:solidFill>
                <a:latin typeface="Aptos"/>
              </a:rPr>
              <a:t>SOCIAL &amp; BUSINESS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11F3D"/>
                </a:solidFill>
                <a:latin typeface="Aptos"/>
              </a:rPr>
              <a:t>Module 2 — Text Mining &amp; Sentiment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300" b="1">
                <a:solidFill>
                  <a:srgbClr val="2D69BE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0584" cy="347472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08760"/>
            <a:ext cx="46177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11F3D"/>
                </a:solidFill>
                <a:latin typeface="Aptos"/>
              </a:rPr>
              <a:t>Key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4599431" cy="26974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283448"/>
                </a:solidFill>
                <a:latin typeface="Aptos"/>
              </a:rPr>
              <a:t>• Extract keywords and common topics
• Classify feedback as positive, negative or neutral
• Find frequently discussed products and issues
• Summarize customer satisfaction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100584" cy="3474720"/>
          </a:xfrm>
          <a:prstGeom prst="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508760"/>
            <a:ext cx="46177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11F3D"/>
                </a:solidFill>
                <a:latin typeface="Aptos"/>
              </a:rPr>
              <a:t>Techniques &amp;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984248"/>
            <a:ext cx="4599431" cy="26974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283448"/>
                </a:solidFill>
                <a:latin typeface="Aptos"/>
              </a:rPr>
              <a:t>Techniques: NLP, TF-IDF, keyword extraction and sentiment classification.
Outcome: clear insights into customer opinions and concerns.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2AA073"/>
                </a:solidFill>
                <a:latin typeface="Aptos"/>
              </a:rPr>
              <a:t>Example: reviews reveal whether customers like a product feature.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647387"/>
                </a:solidFill>
                <a:latin typeface="Aptos"/>
              </a:rPr>
              <a:t>SOCIAL &amp; BUSINESS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11F3D"/>
                </a:solidFill>
                <a:latin typeface="Aptos"/>
              </a:rPr>
              <a:t>Module 3 — Web Mining &amp; Behaviour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300" b="1">
                <a:solidFill>
                  <a:srgbClr val="2D69BE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0584" cy="347472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08760"/>
            <a:ext cx="46177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11F3D"/>
                </a:solidFill>
                <a:latin typeface="Aptos"/>
              </a:rPr>
              <a:t>Key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4599431" cy="26974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283448"/>
                </a:solidFill>
                <a:latin typeface="Aptos"/>
              </a:rPr>
              <a:t>• Study page views, clicks and navigation paths
• Identify popular pages and products
• Find repeated customer interaction patterns
• Group similar behaviour where appropriate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100584" cy="3474720"/>
          </a:xfrm>
          <a:prstGeom prst="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508760"/>
            <a:ext cx="46177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11F3D"/>
                </a:solidFill>
                <a:latin typeface="Aptos"/>
              </a:rPr>
              <a:t>Techniques &amp;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984248"/>
            <a:ext cx="4599431" cy="26974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283448"/>
                </a:solidFill>
                <a:latin typeface="Aptos"/>
              </a:rPr>
              <a:t>Techniques: web usage mining, clickstream analysis, clustering and association rules.
Outcome: better understanding of interests and engagement.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91440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2AA073"/>
                </a:solidFill>
                <a:latin typeface="Aptos"/>
              </a:rPr>
              <a:t>Use authorized, privacy-respecting data sources.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647387"/>
                </a:solidFill>
                <a:latin typeface="Aptos"/>
              </a:rPr>
              <a:t>SOCIAL &amp; BUSINESS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11F3D"/>
                </a:solidFill>
                <a:latin typeface="Aptos"/>
              </a:rPr>
              <a:t>Module 4 — Trend Prediction &amp; 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300" b="1">
                <a:solidFill>
                  <a:srgbClr val="2D69BE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0584" cy="347472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08760"/>
            <a:ext cx="46177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11F3D"/>
                </a:solidFill>
                <a:latin typeface="Aptos"/>
              </a:rPr>
              <a:t>Key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4599431" cy="26974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283448"/>
                </a:solidFill>
                <a:latin typeface="Aptos"/>
              </a:rPr>
              <a:t>• Combine sentiment and behaviour insights
• Identify trending topics and product interests
• Track changes over time
• Display results in charts and dashboards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100584" cy="3474720"/>
          </a:xfrm>
          <a:prstGeom prst="rect">
            <a:avLst/>
          </a:prstGeom>
          <a:solidFill>
            <a:srgbClr val="2AA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508760"/>
            <a:ext cx="46177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11F3D"/>
                </a:solidFill>
                <a:latin typeface="Aptos"/>
              </a:rPr>
              <a:t>Techniques &amp;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984248"/>
            <a:ext cx="4599431" cy="26974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83448"/>
                </a:solidFill>
                <a:latin typeface="Aptos"/>
              </a:rPr>
              <a:t>Techniques: trend analysis, time-series forecasting, KPI visualization and BI reporting.
Outcome: insights for marketing, product planning and customer engagement.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111F3D"/>
                </a:solidFill>
                <a:latin typeface="Aptos"/>
              </a:rPr>
              <a:t>Suggested tools: Python • Pandas • Scikit-learn • Streamlit / Power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647387"/>
                </a:solidFill>
                <a:latin typeface="Aptos"/>
              </a:rPr>
              <a:t>SOCIAL &amp; BUSINESS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11F3D"/>
                </a:solidFill>
                <a:latin typeface="Aptos"/>
              </a:rPr>
              <a:t>Overall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300" b="1">
                <a:solidFill>
                  <a:srgbClr val="2D69BE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2212848"/>
            <a:ext cx="438912" cy="438912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295144"/>
            <a:ext cx="438912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21992"/>
            <a:ext cx="1600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11F3D"/>
                </a:solidFill>
                <a:latin typeface="Aptos"/>
              </a:rPr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96596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0">
                <a:solidFill>
                  <a:srgbClr val="283448"/>
                </a:solidFill>
                <a:latin typeface="Aptos"/>
              </a:rPr>
              <a:t>Social posts, reviews,
web interactions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743200"/>
            <a:ext cx="4114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700" b="1">
                <a:solidFill>
                  <a:srgbClr val="2D69BE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057400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39312" y="2212848"/>
            <a:ext cx="438912" cy="438912"/>
          </a:xfrm>
          <a:prstGeom prst="ellipse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2295144"/>
            <a:ext cx="438912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221992"/>
            <a:ext cx="1600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11F3D"/>
                </a:solidFill>
                <a:latin typeface="Aptos"/>
              </a:rPr>
              <a:t>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880360"/>
            <a:ext cx="196596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0">
                <a:solidFill>
                  <a:srgbClr val="283448"/>
                </a:solidFill>
                <a:latin typeface="Aptos"/>
              </a:rPr>
              <a:t>Clean and structure
the collected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2744" y="2743200"/>
            <a:ext cx="4114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700" b="1">
                <a:solidFill>
                  <a:srgbClr val="2D69BE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2057400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47104" y="2212848"/>
            <a:ext cx="438912" cy="438912"/>
          </a:xfrm>
          <a:prstGeom prst="ellipse">
            <a:avLst/>
          </a:prstGeom>
          <a:solidFill>
            <a:srgbClr val="2AA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47104" y="2295144"/>
            <a:ext cx="438912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2221992"/>
            <a:ext cx="1600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11F3D"/>
                </a:solidFill>
                <a:latin typeface="Aptos"/>
              </a:rPr>
              <a:t>Mining &amp;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2880360"/>
            <a:ext cx="196596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0">
                <a:solidFill>
                  <a:srgbClr val="283448"/>
                </a:solidFill>
                <a:latin typeface="Aptos"/>
              </a:rPr>
              <a:t>Sentiment + behaviour
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2743200"/>
            <a:ext cx="4114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700" b="1">
                <a:solidFill>
                  <a:srgbClr val="2D69BE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17736" y="2057400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54896" y="2212848"/>
            <a:ext cx="438912" cy="438912"/>
          </a:xfrm>
          <a:prstGeom prst="ellipse">
            <a:avLst/>
          </a:prstGeom>
          <a:solidFill>
            <a:srgbClr val="7E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54896" y="2295144"/>
            <a:ext cx="438912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3536" y="2221992"/>
            <a:ext cx="1600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11F3D"/>
                </a:solidFill>
                <a:latin typeface="Aptos"/>
              </a:rPr>
              <a:t>Trend &amp; 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2880360"/>
            <a:ext cx="196596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0">
                <a:solidFill>
                  <a:srgbClr val="283448"/>
                </a:solidFill>
                <a:latin typeface="Aptos"/>
              </a:rPr>
              <a:t>Reports, dashboards
and recommendations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005840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200" b="1">
                <a:solidFill>
                  <a:srgbClr val="111F3D"/>
                </a:solidFill>
                <a:latin typeface="Aptos"/>
              </a:rPr>
              <a:t>Final output: customer trend summaries, sentiment insights and business recommendations.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647387"/>
                </a:solidFill>
                <a:latin typeface="Aptos"/>
              </a:rPr>
              <a:t>SOCIAL &amp; BUSINESS INTELLIGENCE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11F3D"/>
                </a:solidFill>
                <a:latin typeface="Aptos"/>
              </a:rPr>
              <a:t>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300" b="1">
                <a:solidFill>
                  <a:srgbClr val="2D69BE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0584" cy="141732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600200"/>
            <a:ext cx="46177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11F3D"/>
                </a:solidFill>
                <a:latin typeface="Aptos"/>
              </a:rPr>
              <a:t>Customer Sentiment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075688"/>
            <a:ext cx="4599431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83448"/>
                </a:solidFill>
                <a:latin typeface="Aptos"/>
              </a:rPr>
              <a:t>Understand positive, negative and neutral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100584" cy="1417320"/>
          </a:xfrm>
          <a:prstGeom prst="rect">
            <a:avLst/>
          </a:prstGeom>
          <a:solidFill>
            <a:srgbClr val="2F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600200"/>
            <a:ext cx="46177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11F3D"/>
                </a:solidFill>
                <a:latin typeface="Aptos"/>
              </a:rPr>
              <a:t>Behaviour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075688"/>
            <a:ext cx="4599431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83448"/>
                </a:solidFill>
                <a:latin typeface="Aptos"/>
              </a:rPr>
              <a:t>Discover interests and engagement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100584" cy="1417320"/>
          </a:xfrm>
          <a:prstGeom prst="rect">
            <a:avLst/>
          </a:prstGeom>
          <a:solidFill>
            <a:srgbClr val="2AA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520440"/>
            <a:ext cx="46177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11F3D"/>
                </a:solidFill>
                <a:latin typeface="Aptos"/>
              </a:rPr>
              <a:t>Emerging Trends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995928"/>
            <a:ext cx="4599431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83448"/>
                </a:solidFill>
                <a:latin typeface="Aptos"/>
              </a:rPr>
              <a:t>Spot changing topics and product preferences.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3756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337560"/>
            <a:ext cx="100584" cy="1417320"/>
          </a:xfrm>
          <a:prstGeom prst="rect">
            <a:avLst/>
          </a:prstGeom>
          <a:solidFill>
            <a:srgbClr val="7E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3520440"/>
            <a:ext cx="46177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11F3D"/>
                </a:solidFill>
                <a:latin typeface="Aptos"/>
              </a:rPr>
              <a:t>Business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995928"/>
            <a:ext cx="4599431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83448"/>
                </a:solidFill>
                <a:latin typeface="Aptos"/>
              </a:rPr>
              <a:t>Support marketing and product planning.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623560"/>
            <a:ext cx="438912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3000" b="1">
                <a:solidFill>
                  <a:srgbClr val="111F3D"/>
                </a:solidFill>
                <a:latin typeface="Aptos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647387"/>
                </a:solidFill>
                <a:latin typeface="Aptos"/>
              </a:rPr>
              <a:t>SOCIAL &amp; BUSINESS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762</Words>
  <Application>Microsoft Office PowerPoint</Application>
  <PresentationFormat>Widescreen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Times New Roman</vt:lpstr>
      <vt:lpstr>Office Theme</vt:lpstr>
      <vt:lpstr>Social and Business Intelligence System for Emerging Customer Trends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SOMU VIVEKANANDA REDDY</cp:lastModifiedBy>
  <cp:revision>2</cp:revision>
  <dcterms:created xsi:type="dcterms:W3CDTF">2013-01-27T09:14:16Z</dcterms:created>
  <dcterms:modified xsi:type="dcterms:W3CDTF">2026-10-21T07:00:42Z</dcterms:modified>
  <cp:category/>
</cp:coreProperties>
</file>